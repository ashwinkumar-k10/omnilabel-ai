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93379852672_89752b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